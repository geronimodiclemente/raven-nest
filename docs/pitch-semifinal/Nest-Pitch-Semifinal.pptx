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01 · Portada — habla Gerónimo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02 · El problema — habla Gerónimo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03 · La solución — habla Gerónimo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04 · El loop — habla Bautista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05 · Mercado — habla Bautista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06 · Modelo — habla Bautista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07 · Tracción — habla Matías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08 · Competencia — habla Matías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09 · Equipo — habla Matías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· Plan · 12 meses — habla Gerónimo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 · El pedido — habla Gerónimo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