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Habla: Gerónimo  ·  15 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Habla: Gerónimo  ·  35 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Habla: Gerónimo  ·  30 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Habla: Bautista  ·  35 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Habla: Bautista  ·  25 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Habla: Bautista  ·  25 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Habla: Matías  ·  25 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Habla: Matías  ·  30 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Habla: Matías  ·  25 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Habla: Gerónimo  ·  20 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Habla: Gerónimo  ·  20 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